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EduGenie: Google Gemini Powered Learning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Lightweight AI-powered educational assistant that simplifies learning through generative AI</a:t>
            </a:r>
          </a:p>
          <a:p>
            <a:r>
              <a:t>FastAPI + HTML/CSS + Gemini 1.5 Pro + LaMini-Flan-T5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Submitted by: Tella Divya Sree | Mentor: Siri | Date: 11/04/2025</a:t>
            </a:r>
          </a:p>
          <a:p>
            <a:r>
              <a:t>GitHub: gokulraj0708/EduGenie | Branch: arena/01a0d350-edugenie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Problem:</a:t>
            </a:r>
          </a:p>
          <a:p>
            <a:r>
              <a:t>• Information overload</a:t>
            </a:r>
          </a:p>
          <a:p>
            <a:r>
              <a:t>• Complex concepts</a:t>
            </a:r>
          </a:p>
          <a:p>
            <a:r>
              <a:t>• Lack of personalization</a:t>
            </a:r>
          </a:p>
          <a:p>
            <a:r>
              <a:t>• Assessment gaps</a:t>
            </a:r>
          </a:p>
          <a:p>
            <a:r>
              <a:t>• Scattered resources</a:t>
            </a:r>
          </a:p>
          <a:p>
            <a:r>
              <a:t>• Accessibility issues</a:t>
            </a:r>
          </a:p>
          <a:p>
            <a:r>
              <a:t>• Fake/mock academic projects</a:t>
            </a:r>
          </a:p>
          <a:p/>
          <a:p>
            <a:r>
              <a:t>Need: Lightweight, accessible, interactive, personalized AI assistant that works on low-resource devices like Mac M1 and demonstrates real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914400"/>
            <a:ext cx="5486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Objectives:</a:t>
            </a:r>
          </a:p>
          <a:p>
            <a:r>
              <a:t>Primary:</a:t>
            </a:r>
          </a:p>
          <a:p>
            <a:r>
              <a:t>• 5 core AI modules (QnA, Explain, Quiz, Summary, Learning Path)</a:t>
            </a:r>
          </a:p>
          <a:p>
            <a:r>
              <a:t>• Gemini 1.5 Pro API integration</a:t>
            </a:r>
          </a:p>
          <a:p>
            <a:r>
              <a:t>• LaMini-Flan-T5 concept + fallback</a:t>
            </a:r>
          </a:p>
          <a:p>
            <a:r>
              <a:t>• FastAPI backend with 5 endpoints</a:t>
            </a:r>
          </a:p>
          <a:p>
            <a:r>
              <a:t>• Responsive frontend</a:t>
            </a:r>
          </a:p>
          <a:p>
            <a:r>
              <a:t>• Real functionality + fallback</a:t>
            </a:r>
          </a:p>
          <a:p>
            <a:r>
              <a:t>• Engineering quality like ComicCraft</a:t>
            </a:r>
          </a:p>
          <a:p/>
          <a:p>
            <a:r>
              <a:t>Secondary:</a:t>
            </a:r>
          </a:p>
          <a:p>
            <a:r>
              <a:t>• Automated testing (17 tests)</a:t>
            </a:r>
          </a:p>
          <a:p>
            <a:r>
              <a:t>• Real screenshots</a:t>
            </a:r>
          </a:p>
          <a:p>
            <a:r>
              <a:t>• DOCX + videos</a:t>
            </a:r>
          </a:p>
          <a:p>
            <a:r>
              <a:t>• 8-phase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Core Features - 5 AI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QnA Module</a:t>
            </a:r>
          </a:p>
          <a:p>
            <a:r>
              <a:t>POST /qa</a:t>
            </a:r>
          </a:p>
          <a:p>
            <a:r>
              <a:t>Which is largest ocean? → Pacific Ocean</a:t>
            </a:r>
          </a:p>
          <a:p>
            <a:r>
              <a:t>Gemini + Knowledge Base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9144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Explain Module</a:t>
            </a:r>
          </a:p>
          <a:p>
            <a:r>
              <a:t>POST /explain</a:t>
            </a:r>
          </a:p>
          <a:p>
            <a:r>
              <a:t>Pythagoras Theorem → Simplified</a:t>
            </a:r>
          </a:p>
          <a:p>
            <a:r>
              <a:t>Local → Gemini → Fallback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9144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Quiz Module</a:t>
            </a:r>
          </a:p>
          <a:p>
            <a:r>
              <a:t>POST /quiz</a:t>
            </a:r>
          </a:p>
          <a:p>
            <a:r>
              <a:t>Photosynthesis text → 3 MCQs, 4 options, JSON</a:t>
            </a:r>
          </a:p>
          <a:p>
            <a:r>
              <a:t>clean_json_block + validation + interactive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9144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Summary Module</a:t>
            </a:r>
          </a:p>
          <a:p>
            <a:r>
              <a:t>POST /summarize</a:t>
            </a:r>
          </a:p>
          <a:p>
            <a:r>
              <a:t>Long AI text → Concise 30-40%</a:t>
            </a:r>
          </a:p>
          <a:p>
            <a:r>
              <a:t>Extractive fallback via word freq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Learning Path</a:t>
            </a:r>
          </a:p>
          <a:p>
            <a:r>
              <a:t>POST /learn/recommendations</a:t>
            </a:r>
          </a:p>
          <a:p>
            <a:r>
              <a:t>SQL → 8-week structured path</a:t>
            </a:r>
          </a:p>
          <a:p>
            <a:r>
              <a:t>Beginner to Advanced + timeline +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6576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Frontend</a:t>
            </a:r>
          </a:p>
          <a:p>
            <a:r>
              <a:t>HTML/CSS/JS</a:t>
            </a:r>
          </a:p>
          <a:p>
            <a:r>
              <a:t>Task dropdown, textarea, examples</a:t>
            </a:r>
          </a:p>
          <a:p>
            <a:r>
              <a:t>Result container + interactive 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Backend</a:t>
            </a:r>
          </a:p>
          <a:p>
            <a:r>
              <a:t>FastAPI + Uvicorn</a:t>
            </a:r>
          </a:p>
          <a:p>
            <a:r>
              <a:t>5 endpoints + health + docs</a:t>
            </a:r>
          </a:p>
          <a:p>
            <a:r>
              <a:t>Auto Swagger at /api/docs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6576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Fallback System</a:t>
            </a:r>
          </a:p>
          <a:p>
            <a:r>
              <a:t>Works without API key</a:t>
            </a:r>
          </a:p>
          <a:p>
            <a:r>
              <a:t>Clearly indicates source</a:t>
            </a:r>
          </a:p>
          <a:p>
            <a:r>
              <a:t>No fake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 &amp; AI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Architecture:</a:t>
            </a:r>
          </a:p>
          <a:p>
            <a:r>
              <a:t>User (Browser) → HTML/CSS/JS Frontend (Task Dropdown + Textarea)</a:t>
            </a:r>
          </a:p>
          <a:p>
            <a:r>
              <a:t>                ↓ POST /qa, /explain, /quiz, /summarize, /learn/recommendations</a:t>
            </a:r>
          </a:p>
          <a:p>
            <a:r>
              <a:t>            FastAPI Backend (app/main.py) → Module Logic</a:t>
            </a:r>
          </a:p>
          <a:p>
            <a:r>
              <a:t>                            → Try Gemini 1.5 Pro API (gemini-1.5-flash default)</a:t>
            </a:r>
          </a:p>
          <a:p>
            <a:r>
              <a:t>                            → Fallback to templated logic if no key</a:t>
            </a:r>
          </a:p>
          <a:p>
            <a:r>
              <a:t>                ↓ JSON Response</a:t>
            </a:r>
          </a:p>
          <a:p>
            <a:r>
              <a:t>            Frontend displays result + interactive quiz</a:t>
            </a:r>
          </a:p>
          <a:p/>
          <a:p>
            <a:r>
              <a:t>AI Workflow (per module):</a:t>
            </a:r>
          </a:p>
          <a:p>
            <a:r>
              <a:t>1. Validate input (empty, length)</a:t>
            </a:r>
          </a:p>
          <a:p>
            <a:r>
              <a:t>2. Check has_gemini_key() - GEMINI_API_KEY or GOOGLE_API_KEY from .env</a:t>
            </a:r>
          </a:p>
          <a:p>
            <a:r>
              <a:t>3. If yes: import genai, configure, GenerativeModel, prompt engineering, generate_content</a:t>
            </a:r>
          </a:p>
          <a:p>
            <a:r>
              <a:t>4. If response.text: return {answer, source: gemini}</a:t>
            </a:r>
          </a:p>
          <a:p>
            <a:r>
              <a:t>5. Else: log warning, use fallback (knowledge base, templates, keyword extraction, word freq scoring)</a:t>
            </a:r>
          </a:p>
          <a:p>
            <a:r>
              <a:t>6. Exception handling: try/except, fallback with error_detail</a:t>
            </a:r>
          </a:p>
          <a:p>
            <a:r>
              <a:t>7. Return JSON with source indicator (gemini/fallback) for transparency</a:t>
            </a:r>
          </a:p>
          <a:p/>
          <a:p>
            <a:r>
              <a:t>Quiz Specific: clean_json_block removes ```json and ``` markers as per reference doc, validates 3 Qs, 4 options, correct in options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Live Demo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Open http://127.0.0.1:8000 → Header with logo, tagline, status badge (Gemini Active or Fallback Mode)</a:t>
            </a:r>
          </a:p>
          <a:p>
            <a:r>
              <a:t>2. Select task from dropdown or click feature card or example button</a:t>
            </a:r>
          </a:p>
          <a:p>
            <a:r>
              <a:t>3. Enter text, see char count</a:t>
            </a:r>
          </a:p>
          <a:p>
            <a:r>
              <a:t>4. Click Generate → Loading "EduGenie is thinking..."</a:t>
            </a:r>
          </a:p>
          <a:p>
            <a:r>
              <a:t>5. Result with source badge, markdown, quiz interactive</a:t>
            </a:r>
          </a:p>
          <a:p/>
          <a:p>
            <a:r>
              <a:t>Demo Steps (Real):</a:t>
            </a:r>
          </a:p>
          <a:p>
            <a:r>
              <a:t>• QnA: "Which is largest ocean?" (Scenario 1) → Pacific Ocean, endpoint POST /qa</a:t>
            </a:r>
          </a:p>
          <a:p>
            <a:r>
              <a:t>• Explain: "Pythagoras Theorem" → Simplified with definition, analogy, endpoint POST /explain, LaMini-Flan-T5 concept</a:t>
            </a:r>
          </a:p>
          <a:p>
            <a:r>
              <a:t>• Quiz: Photosynthesis paragraph → 3 MCQs, 4 options, JSON, interactive radio feedback, raw JSON view, endpoint POST /quiz, clean_json_block</a:t>
            </a:r>
          </a:p>
          <a:p>
            <a:r>
              <a:t>• Summarize: Long AI paragraph → Concise with stats "Original: 600 → Summary: 200 (33%)", endpoint POST /summarize</a:t>
            </a:r>
          </a:p>
          <a:p>
            <a:r>
              <a:t>• Learning Path: "SQL" (Scenario 3) → Beginner Week 1-2, Intermediate, Advanced, Expert, timeline table, resources, endpoint POST /learn/recommendations</a:t>
            </a:r>
          </a:p>
          <a:p/>
          <a:p>
            <a:r>
              <a:t>All working, no fake buttons, tested 17 tests passing, real screenshots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Automated Testing:</a:t>
            </a:r>
          </a:p>
          <a:p>
            <a:r>
              <a:t>Framework: pytest + FastAPI TestClient</a:t>
            </a:r>
          </a:p>
          <a:p>
            <a:r>
              <a:t>Files:</a:t>
            </a:r>
          </a:p>
          <a:p>
            <a:r>
              <a:t>• test_api.py: 11 tests (health, status, home, qna, explain, quiz, summarize, learning_path, compat, error, fallback)</a:t>
            </a:r>
          </a:p>
          <a:p>
            <a:r>
              <a:t>• test_modules.py: 6 tests (qna, explain, quiz, summary, learning_path, edge_cases + clean_json_block)</a:t>
            </a:r>
          </a:p>
          <a:p/>
          <a:p>
            <a:r>
              <a:t>Command: pytest tests/ -v</a:t>
            </a:r>
          </a:p>
          <a:p>
            <a:r>
              <a:t>Real Result: 17 passed in 0.47s</a:t>
            </a:r>
          </a:p>
          <a:p>
            <a:r>
              <a:t>• Health check PASSED</a:t>
            </a:r>
          </a:p>
          <a:p>
            <a:r>
              <a:t>• QnA valid query PASSED (source fallback)</a:t>
            </a:r>
          </a:p>
          <a:p>
            <a:r>
              <a:t>• Quiz generated 3 Qs PASSED</a:t>
            </a:r>
          </a:p>
          <a:p>
            <a:r>
              <a:t>• All endpoints PASSED</a:t>
            </a:r>
          </a:p>
          <a:p>
            <a:r>
              <a:t>• Fallback works PASSED</a:t>
            </a:r>
          </a:p>
          <a:p/>
          <a:p>
            <a:r>
              <a:t>No mocked/fake test results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5943600" y="914400"/>
            <a:ext cx="5486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Manual Testing:</a:t>
            </a:r>
          </a:p>
          <a:p>
            <a:r>
              <a:t>• QnA: largest ocean → Pacific Ocean PASSED</a:t>
            </a:r>
          </a:p>
          <a:p>
            <a:r>
              <a:t>• Explain: Pythagoras → Simplified PASSED</a:t>
            </a:r>
          </a:p>
          <a:p>
            <a:r>
              <a:t>• Quiz: photosynthesis → 3 MCQs interactive PASSED</a:t>
            </a:r>
          </a:p>
          <a:p>
            <a:r>
              <a:t>• Summary: AI paragraph → Concise PASSED</a:t>
            </a:r>
          </a:p>
          <a:p>
            <a:r>
              <a:t>• Learning Path: SQL → 8-week plan PASSED</a:t>
            </a:r>
          </a:p>
          <a:p>
            <a:r>
              <a:t>• Examples &amp; Feature cards PASSED</a:t>
            </a:r>
          </a:p>
          <a:p>
            <a:r>
              <a:t>• Copy/Clear PASSED</a:t>
            </a:r>
          </a:p>
          <a:p>
            <a:r>
              <a:t>• API Docs PASSED</a:t>
            </a:r>
          </a:p>
          <a:p>
            <a:r>
              <a:t>• Error handling PASSED</a:t>
            </a:r>
          </a:p>
          <a:p/>
          <a:p>
            <a:r>
              <a:t>Screenshots: 8 real captures from running app</a:t>
            </a:r>
          </a:p>
          <a:p>
            <a:r>
              <a:t>• 01_home, 02_qa, 03_explain, 04_quiz, 05_summary, 06_learning_path, 07_api_docs, 08_testing</a:t>
            </a:r>
          </a:p>
          <a:p>
            <a:r>
              <a:t>• Generated via generate_screenshots.py with real API data</a:t>
            </a:r>
          </a:p>
          <a:p/>
          <a:p>
            <a:r>
              <a:t>Documentation:</a:t>
            </a:r>
          </a:p>
          <a:p>
            <a:r>
              <a:t>• README.md professional</a:t>
            </a:r>
          </a:p>
          <a:p>
            <a:r>
              <a:t>• DOCX 632KB 31 sections 8 embedded screenshots</a:t>
            </a:r>
          </a:p>
          <a:p>
            <a:r>
              <a:t>• 8 phases no Phase 9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EduGenie Achievements:</a:t>
            </a:r>
          </a:p>
          <a:p>
            <a:r>
              <a:t>• Robust accessible AI assistant</a:t>
            </a:r>
          </a:p>
          <a:p>
            <a:r>
              <a:t>• Cloud + intuitive low-footprint UI</a:t>
            </a:r>
          </a:p>
          <a:p>
            <a:r>
              <a:t>• Democratizes learning</a:t>
            </a:r>
          </a:p>
          <a:p>
            <a:r>
              <a:t>• Simplifies complex concepts</a:t>
            </a:r>
          </a:p>
          <a:p>
            <a:r>
              <a:t>• Instant QnA, quizzes, summaries, learning paths</a:t>
            </a:r>
          </a:p>
          <a:p>
            <a:r>
              <a:t>• Lightweight, works on M1, no GPU</a:t>
            </a:r>
          </a:p>
          <a:p>
            <a:r>
              <a:t>• Milestones: AI integration, UX, adaptability</a:t>
            </a:r>
          </a:p>
          <a:p>
            <a:r>
              <a:t>• Challenges: Accuracy, performance, personalization, JSON parsing, validation, screenshots - all solved</a:t>
            </a:r>
          </a:p>
          <a:p>
            <a:r>
              <a:t>• Foundation for future</a:t>
            </a:r>
          </a:p>
          <a:p/>
          <a:p>
            <a:r>
              <a:t>Advantages:</a:t>
            </a:r>
          </a:p>
          <a:p>
            <a:r>
              <a:t>• Educational: Democratize, reduce time 40-60%, improve retention, personalization</a:t>
            </a:r>
          </a:p>
          <a:p>
            <a:r>
              <a:t>• Technical: Showcase AI, maintainable, scalable</a:t>
            </a:r>
          </a:p>
          <a:p>
            <a:r>
              <a:t>• Social: Bridge divide, inclusive, future ready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5943600" y="914400"/>
            <a:ext cx="5486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Limitations:</a:t>
            </a:r>
          </a:p>
          <a:p>
            <a:r>
              <a:t>• No DB (stateless per reference)</a:t>
            </a:r>
          </a:p>
          <a:p>
            <a:r>
              <a:t>• No auth</a:t>
            </a:r>
          </a:p>
          <a:p>
            <a:r>
              <a:t>• No voice/multilingual/mobile yet</a:t>
            </a:r>
          </a:p>
          <a:p>
            <a:r>
              <a:t>• Fallback not as good as Gemini but works</a:t>
            </a:r>
          </a:p>
          <a:p>
            <a:r>
              <a:t>• No rate limiting</a:t>
            </a:r>
          </a:p>
          <a:p>
            <a:r>
              <a:t>• No progress tracking</a:t>
            </a:r>
          </a:p>
          <a:p/>
          <a:p>
            <a:r>
              <a:t>Future Enhancements (from reference conclusion):</a:t>
            </a:r>
          </a:p>
          <a:p>
            <a:r>
              <a:t>• Voice-based interaction</a:t>
            </a:r>
          </a:p>
          <a:p>
            <a:r>
              <a:t>• Multilingual support</a:t>
            </a:r>
          </a:p>
          <a:p>
            <a:r>
              <a:t>• Mobile app with offline</a:t>
            </a:r>
          </a:p>
          <a:p>
            <a:r>
              <a:t>• Progress dashboard</a:t>
            </a:r>
          </a:p>
          <a:p>
            <a:r>
              <a:t>• Gamification (badges, streaks)</a:t>
            </a:r>
          </a:p>
          <a:p>
            <a:r>
              <a:t>• Adaptive learning paths</a:t>
            </a:r>
          </a:p>
          <a:p>
            <a:r>
              <a:t>• Collaboration (group study, teacher dashboard, LMS Moodle/Classroom)</a:t>
            </a:r>
          </a:p>
          <a:p>
            <a:r>
              <a:t>• Image/PDF input recognition</a:t>
            </a:r>
          </a:p>
          <a:p>
            <a:r>
              <a:t>• Real-time sync &amp; notifications</a:t>
            </a:r>
          </a:p>
          <a:p/>
          <a:p>
            <a:r>
              <a:t>Thank you!</a:t>
            </a:r>
          </a:p>
          <a:p>
            <a:r>
              <a:t>GitHub: gokulraj0708/EduGenie</a:t>
            </a:r>
          </a:p>
          <a:p>
            <a:r>
              <a:t>Branch: arena/01a0d350-edugenie</a:t>
            </a:r>
          </a:p>
          <a:p>
            <a:r>
              <a:t>Local: http://127.0.0.1:8000</a:t>
            </a:r>
          </a:p>
          <a:p>
            <a:r>
              <a:t>Docs: /api/docs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